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74519"/>
            <a:ext cx="999439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200" b="1">
                <a:solidFill>
                  <a:srgbClr val="16323F"/>
                </a:solidFill>
                <a:latin typeface="微软雅黑"/>
                <a:ea typeface="微软雅黑"/>
              </a:rPr>
              <a:t>2026 年 10 月店长月度述职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017520"/>
            <a:ext cx="1463040" cy="6400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9943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>
                <a:solidFill>
                  <a:srgbClr val="1F5C8B"/>
                </a:solidFill>
                <a:latin typeface="微软雅黑"/>
                <a:ea typeface="微软雅黑"/>
              </a:rPr>
              <a:t>四项指标超预算，GOP 率 40.0% 低于预算 42.0%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99943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800" b="1">
                <a:solidFill>
                  <a:srgbClr val="5F6B76"/>
                </a:solidFill>
                <a:latin typeface="微软雅黑"/>
                <a:ea typeface="微软雅黑"/>
              </a:rPr>
              <a:t>收入赚到了，成本也跟着涨上去了 —— 本次述职正面回答这 2 个百分点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09160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5F6B76"/>
                </a:solidFill>
                <a:latin typeface="微软雅黑"/>
                <a:ea typeface="微软雅黑"/>
              </a:rPr>
              <a:t>述职人：店长　|　门店：景岸·杭州钱江世纪城店（150 间，10 月起可售 148 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数据来源：10月经营数据底表「预算与同期对比」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9994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6323F"/>
                </a:solidFill>
                <a:latin typeface="微软雅黑"/>
                <a:ea typeface="微软雅黑"/>
              </a:rPr>
              <a:t>预算达成：四项超、一项欠，GOP 率是唯一缺口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822960" cy="5486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645920"/>
            <a:ext cx="9793224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入住率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82.5%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，比预算高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0.5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个百分点，达成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100.7%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平均房价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409.60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元，比预算高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44.60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元，达成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112.2%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单房收益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338.09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元，比预算高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38.79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元，达成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113.0%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客房收入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1 551 170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元，比预算多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177 982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元，达成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113.0%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GOP 率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40.0%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，比预算低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2.0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个百分点，达成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95.3%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数据来源：10月经营数据底表「预算与同期对比」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9994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6323F"/>
                </a:solidFill>
                <a:latin typeface="微软雅黑"/>
                <a:ea typeface="微软雅黑"/>
              </a:rPr>
              <a:t>涨在七天假期，丢在二十四天平日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822960" cy="5486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645920"/>
            <a:ext cx="9793224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假期七天卖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976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间夜，收入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556 268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元，占客房收入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35.9%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假期入住率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94.2%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，平均房价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569.9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元，单房收益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536.9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平日二十四天入住率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79.1%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，低于 11 月目标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80.0%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平日单房收益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280.1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元，只比 9 月高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9.0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客房收入环比 9 月增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347 508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元，增量集中在头七天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数据来源：10月经营数据底表「日经营明细」（假期取 10 月 1—7 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9994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6323F"/>
                </a:solidFill>
                <a:latin typeface="微软雅黑"/>
                <a:ea typeface="微软雅黑"/>
              </a:rPr>
              <a:t>丢在渠道：平台占 26.0%，全渠道佣金 78 601 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822960" cy="5486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645920"/>
            <a:ext cx="9793224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集团直销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1 591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间夜占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42.0%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，零佣金，均价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428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第三方平台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985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间夜占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26.0%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，佣金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59 396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协议客户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682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间夜占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18.0%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，居间费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19 205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上门散客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529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间夜占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14.0%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，均价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442.7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元，零佣金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佣金合计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78 601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元，占比每降 1 个点省约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16 000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数据来源：10月经营数据底表「渠道与客源结构」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9994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6323F"/>
                </a:solidFill>
                <a:latin typeface="微软雅黑"/>
                <a:ea typeface="微软雅黑"/>
              </a:rPr>
              <a:t>GOP 率差 2 个点，是 32 668 元缺口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822960" cy="5486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645920"/>
            <a:ext cx="9793224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缺口＝总营收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1 669 770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×42.0% 减毛利，即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32 668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国庆加班费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24 000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元，占拆解合计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72.7%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，是最大单项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水电气能耗比 9 月多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8 000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元，占拆解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24.2%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洗涤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450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元、耗材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288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元、早餐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252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元，随 25 间夜同增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五项合计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32 990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元，覆盖缺口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101.0%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，超出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322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元系底表取整差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数据来源：10月经营数据底表「成本与GOP」（缺口＝总营收×42.0%−营业毛利；24 000 与 8 000 元为底表整千载明值）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9994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6323F"/>
                </a:solidFill>
                <a:latin typeface="微软雅黑"/>
                <a:ea typeface="微软雅黑"/>
              </a:rPr>
              <a:t>品质督查 88.0 分，十二项已闭环六项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822960" cy="5486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645920"/>
            <a:ext cx="9793224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区域三十二家门店排第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24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名，比上月下滑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5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位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12 项问题：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已完成 6 项、进行中 4 项、未整改 2 项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卡点一：第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7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项窗封条时限 11 月 20 日，晚于闭环要求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卡点二：第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8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项监控存储需追加预算，时限 11 月 30 日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11 月 15 日可闭环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项，两项须申请延期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数据来源：总部品质督查通报（2026 年 10 月）「问题清单」；10月经营数据底表「客评与品质」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9994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6323F"/>
                </a:solidFill>
                <a:latin typeface="微软雅黑"/>
                <a:ea typeface="微软雅黑"/>
              </a:rPr>
              <a:t>下月三项动作，各有目标、岗位与检查方式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822960" cy="5486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645920"/>
            <a:ext cx="9793224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渠道：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平台占比降到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22.0%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，收益主管，每周一报表复核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响应：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差评响应降到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4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小时内，前厅主管，每周五截图核对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能耗：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压回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88 500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元，工程部，每周抄表台账复核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三项都写进月度考核表，下月同日逐项对表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数据来源：10月经营数据底表「渠道与客源结构」「客评与品质」「成本与GOP」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9994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6323F"/>
                </a:solidFill>
                <a:latin typeface="微软雅黑"/>
                <a:ea typeface="微软雅黑"/>
              </a:rPr>
              <a:t>需区域与集团支持：预算、排期、渠道三件事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822960" cy="5486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645920"/>
            <a:ext cx="9793224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要预算：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监控存储扩容，需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11 月 5 日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前批复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要排期：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临街四间窗封条更换，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11 月 5 日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前定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要渠道：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平台佣金率与会员投放，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11 月 5 日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前答复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不给后果：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第 7、8 项逾期，按集团标准二次扣分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渠道不批：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平台占比降不到 22.0%，每月多付 64 000 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数据来源：总部品质督查通报（2026 年 10 月）「问题清单」「闭环要求」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9994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6323F"/>
                </a:solidFill>
                <a:latin typeface="微软雅黑"/>
                <a:ea typeface="微软雅黑"/>
              </a:rPr>
              <a:t>结论与下一步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822960" cy="5486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645920"/>
            <a:ext cx="9793224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结论：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四项指标超预算，GOP 缺口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32 668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第一步：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渠道按底表口径可省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64 000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元佣金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第二步：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11 月 15 日前闭环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10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 项，两项申请延期</a:t>
            </a:r>
          </a:p>
          <a:p>
            <a:pPr marL="201168" indent="-201168">
              <a:lnSpc>
                <a:spcPct val="130000"/>
              </a:lnSpc>
              <a:spcBef>
                <a:spcPts val="3200"/>
              </a:spcBef>
              <a:buFont typeface="Arial"/>
              <a:buChar char="▪"/>
            </a:pPr>
            <a:r>
              <a:rPr sz="2200" b="1">
                <a:solidFill>
                  <a:srgbClr val="16323F"/>
                </a:solidFill>
                <a:latin typeface="微软雅黑"/>
                <a:ea typeface="微软雅黑"/>
              </a:rPr>
              <a:t>第三步：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请区域与集团 </a:t>
            </a:r>
            <a:r>
              <a:rPr sz="2200" b="1">
                <a:solidFill>
                  <a:srgbClr val="1F5C8B"/>
                </a:solidFill>
                <a:latin typeface="微软雅黑"/>
                <a:ea typeface="微软雅黑"/>
              </a:rPr>
              <a:t>11 月 5 日</a:t>
            </a:r>
            <a:r>
              <a:rPr sz="2200" b="0">
                <a:solidFill>
                  <a:srgbClr val="5F6B76"/>
                </a:solidFill>
                <a:latin typeface="微软雅黑"/>
                <a:ea typeface="微软雅黑"/>
              </a:rPr>
              <a:t>前答复三项支持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852160"/>
            <a:ext cx="9994392" cy="18288"/>
          </a:xfrm>
          <a:prstGeom prst="rect">
            <a:avLst/>
          </a:prstGeom>
          <a:solidFill>
            <a:srgbClr val="D5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98464"/>
            <a:ext cx="9994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微软雅黑"/>
                <a:ea typeface="微软雅黑"/>
              </a:rPr>
              <a:t>数据来源：10月经营数据底表「预算与同期对比」「成本与GOP」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382512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景岸·杭州钱江世纪城店 —— 区域月度经营分析会 · 2026 年 11 月场次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38251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微软雅黑"/>
                <a:ea typeface="微软雅黑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